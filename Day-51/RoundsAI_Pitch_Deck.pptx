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828800"/>
            <a:ext cx="6400800" cy="6400800"/>
          </a:xfrm>
          <a:prstGeom prst="ellipse">
            <a:avLst/>
          </a:prstGeom>
          <a:solidFill>
            <a:srgbClr val="0E749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E7490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544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E7490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CAPSTONE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RoundsAI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co-pilot for the doctor's day — patient context, live queue, and prescriptions, in one focused workspace.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Claude API  ·  MongoDB  ·  React + Express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20040"/>
          </a:xfrm>
          <a:prstGeom prst="roundRect">
            <a:avLst>
              <a:gd name="adj" fmla="val 51429"/>
            </a:avLst>
          </a:prstGeom>
          <a:solidFill>
            <a:srgbClr val="0E749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 lose the first minutes of every visit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manual chart digging.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7490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history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visits, medications, and allergies live across scattered notes — reassembled from memory under time pressure.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37744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7490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337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pre-visit context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8862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often meet a patient having only glanced at their file seconds before, right as the visit starts.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E7490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337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repetitive review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38862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chart-scanning ritual repeats for every patient, every day — attention spent on lookup, not care.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RoundsAI · AI Healthcare Workflow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20040"/>
          </a:xfrm>
          <a:prstGeom prst="roundRect">
            <a:avLst>
              <a:gd name="adj" fmla="val 51429"/>
            </a:avLst>
          </a:prstGeom>
          <a:solidFill>
            <a:srgbClr val="0E749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one persona — intentionally.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RoundsAI v1.0 is not a hospital platform and not patient-facing. Every screen exists to serve a single physician's daily workflow.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486400" cy="3657600"/>
          </a:xfrm>
          <a:prstGeom prst="roundRect">
            <a:avLst>
              <a:gd name="adj" fmla="val 3500"/>
            </a:avLst>
          </a:prstGeom>
          <a:solidFill>
            <a:srgbClr val="141B24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persona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 personal daily patient load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instant recall of patient context before each visit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their own appointment flow, visit to visit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prescriptions and needs a professional output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necessarily technical — needs speed and clarity, not training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377440"/>
            <a:ext cx="5468112" cy="3657600"/>
          </a:xfrm>
          <a:prstGeom prst="roundRect">
            <a:avLst>
              <a:gd name="adj" fmla="val 3500"/>
            </a:avLst>
          </a:prstGeom>
          <a:solidFill>
            <a:srgbClr val="10151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v1.0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excluded personas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35204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— no accounts, portals, or self-service booking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/ admin staff roles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doctors — no multi-tenant / multi-doctor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RoundsAI · AI Healthcare Workflow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20040"/>
          </a:xfrm>
          <a:prstGeom prst="roundRect">
            <a:avLst>
              <a:gd name="adj" fmla="val 51429"/>
            </a:avLst>
          </a:prstGeom>
          <a:solidFill>
            <a:srgbClr val="0E749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focused workspace, from queue to prescription.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secure doctor session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04872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06040" y="21031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23317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2926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queue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788920" y="352044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who's waiting, in progress, or done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53712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23317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AI brief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37760" y="352044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summarizes history + intake in seconds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02552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03720" y="21031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23317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2926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patient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86600" y="352044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visit forward with real context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51392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52560" y="2103120"/>
            <a:ext cx="2011680" cy="3566160"/>
          </a:xfrm>
          <a:prstGeom prst="roundRect">
            <a:avLst>
              <a:gd name="adj" fmla="val 5455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81160" y="23317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235440" y="29260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 &amp; export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235440" y="352044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prescription, saved &amp; PDF-ready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RoundsAI · AI Healthcare Workflow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20040"/>
          </a:xfrm>
          <a:prstGeom prst="roundRect">
            <a:avLst>
              <a:gd name="adj" fmla="val 51429"/>
            </a:avLst>
          </a:prstGeom>
          <a:solidFill>
            <a:srgbClr val="0E749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in v1.0.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219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E7490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671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Pre-Visit Summary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Claude-generated brief combining patient history with intake — with a clearly labeled fallback for reliability.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3912" y="19659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22219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E7490">
              <a:alpha val="6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76872" y="21671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28232" y="26974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add, and edit patients with full history: past visits, medications, allergies.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782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E7490">
              <a:alpha val="6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0233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Appointment Queue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455371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→ In Progress → Done — a simple, doctor-controlled flow through the day.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3822192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40782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E7490">
              <a:alpha val="6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76872" y="40233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Prescriptions + PDF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28232" y="455371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multi-medication prescriptions, saved to record, exported as clean PDFs.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678424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9344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E7490">
              <a:alpha val="6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58795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Doctor Login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" y="640994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 protecting every patient record.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53912" y="5678424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8232" y="59344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E7490">
              <a:alpha val="6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76872" y="587959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SaaS Interface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28232" y="6409944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mode, glassmorphism, and clean data density — built to feel premium.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RoundsAI · AI Healthcare Workflow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20040"/>
          </a:xfrm>
          <a:prstGeom prst="roundRect">
            <a:avLst>
              <a:gd name="adj" fmla="val 51429"/>
            </a:avLst>
          </a:prstGeom>
          <a:solidFill>
            <a:srgbClr val="0E749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pragmatic full-stack build, tuned for reliability.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4160520"/>
          </a:xfrm>
          <a:prstGeom prst="roundRect">
            <a:avLst>
              <a:gd name="adj" fmla="val 2791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5740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Tailwind CSS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5740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5740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+ Mongoose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931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5740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HTTP-only cookie session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389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57400" y="4389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5740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pdf-lib (server-side)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5740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Render · Atlas (free tier)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141B24"/>
          </a:solidFill>
          <a:ln w="1651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RELIABILITY DESIGN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60604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Claude API call, server-side only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constrained to summarization — never diagnosis or treatment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 on API failure or rate limit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always labels the source: Claude vs Fallback — never blurred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57032" y="1920240"/>
            <a:ext cx="3474720" cy="4160520"/>
          </a:xfrm>
          <a:prstGeom prst="roundRect">
            <a:avLst>
              <a:gd name="adj" fmla="val 3158"/>
            </a:avLst>
          </a:prstGeom>
          <a:solidFill>
            <a:srgbClr val="141B24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77072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77072" y="26060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intakeForms (seeded)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RoundsAI · AI Healthcare Workflow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828800" cy="320040"/>
          </a:xfrm>
          <a:prstGeom prst="roundRect">
            <a:avLst>
              <a:gd name="adj" fmla="val 51429"/>
            </a:avLst>
          </a:prstGeom>
          <a:solidFill>
            <a:srgbClr val="0E749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tight on purpose — here's what's next.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protects the demo timeline by deferring these — each is a deliberate, not accidental, exclusion.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0151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505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self-service intake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shareable form, replacing seeded demo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3912" y="2286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0151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24505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multi-device sync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8232" y="28803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live queue across devices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5935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0151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239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Multi-doctor support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455371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accounts and data per physician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3959352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0151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41239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 checking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8232" y="455371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drug database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63270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0151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79729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AI insights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6227064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flags across visit history — still summarization-first, never diagnostic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53912" y="5632704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0151C"/>
          </a:solidFill>
          <a:ln w="12700">
            <a:solidFill>
              <a:srgbClr val="2230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579729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Mobile-optimized UI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28232" y="6227064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on-the-go doctor experience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RoundsAI · AI Healthcare Workflow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286000"/>
            <a:ext cx="7315200" cy="7315200"/>
          </a:xfrm>
          <a:prstGeom prst="ellipse">
            <a:avLst/>
          </a:prstGeom>
          <a:solidFill>
            <a:srgbClr val="0E7490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doctor should walk into a visit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knowing what matters.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RoundsAI starts as a focused, single-doctor workflow tool — proof that AI-assisted context, not AI-driven diagnosis, is what actually saves clinical time. The long-term vision is a platform that scales that same principle to full clinics, without ever crossing the line from summarizing information to making medical decisions for a doctor.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52120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141B24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1208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10 days — AB Talks 60-Day Claude AI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RoundsAI · AI Healthcare Workflow 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2026-08-16T10:55:14Z</dcterms:created>
  <dcterms:modified xsi:type="dcterms:W3CDTF">2026-08-16T10:55:14Z</dcterms:modified>
</cp:coreProperties>
</file>